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Melek Aziz Elmoula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Heni Abidi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Melek Aziz Elmoula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métier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23160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3160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96312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Compréhension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79392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79392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52544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35624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35624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08776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991856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91856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65008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848088" y="201168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48088" y="21396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6FC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921240" y="248716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66928" y="37033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416966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402336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462686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448056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66928" y="508406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" y="493776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37960" y="3950208"/>
            <a:ext cx="51206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84848" y="41148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784848" y="448056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les agences, les employés et les clients · valide les demandes · consulte le journal d'audit · supervise le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Soumet les demandes de création · valide les modifications des employés · consulte les objectifs et les indicateurs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données autorisées · effectue son pointage · soumet les demandes le concernant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soumises, validées ou refusées, journalisées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740" y="1298448"/>
            <a:ext cx="7444217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41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41080" y="20482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1901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 distincts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641080" y="25054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23591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S'authentifier » commun à tous (include)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41080" y="29626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28163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L'administrateur concentre la gestion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41080" y="34198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15400" y="3273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directeur soumet et consulte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41080" y="38770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15400" y="37307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 pointe et consulte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grain unique — l'agence — et peu de dimensions : le modèle en 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933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fait_agence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23774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Effectif · gestionnaires · clients · comptes ouverts · production de crédits · collecte d'épargne · taux de présence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12280" y="32004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DE DIMENSIONS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1228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34747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dim_agence — libellé, district, région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1228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39319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— analyse par mois et exercice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812280" y="4535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43891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gestionnaire — portefeuille par responsable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12280" y="4992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86600" y="484632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type_client — particulier, société, entreprise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des sources sur la clé SK_AGENCE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B_CLIENTS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25146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926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en direct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· tableau de bord embarqué · rapport Power BI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43434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2026-08-28T19:58:43Z</dcterms:created>
  <dcterms:modified xsi:type="dcterms:W3CDTF">2026-08-28T19:58:43Z</dcterms:modified>
</cp:coreProperties>
</file>