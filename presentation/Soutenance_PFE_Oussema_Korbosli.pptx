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5216" y="1298448"/>
            <a:ext cx="5987264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993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de l'application web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2816352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présenté en direct 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et contrôle des rôles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9584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réseau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29584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Agences, employés, clients et objectifs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04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3290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5936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45936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de présence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15984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9256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62288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 de l'application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Power BI ont été présentés en images dans la partie précédente.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2026-09-01T16:39:03Z</dcterms:created>
  <dcterms:modified xsi:type="dcterms:W3CDTF">2026-09-01T16:39:03Z</dcterms:modified>
</cp:coreProperties>
</file>