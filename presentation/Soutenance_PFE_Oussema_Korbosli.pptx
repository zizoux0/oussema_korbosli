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ELMOULA Melek Aziz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ABIDI Heni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ELMOULA Melek Aziz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Couvre les 13 cas d'utilisation : rôles et droits · agences, employés, clients · demandes · pointage · journal d'audit ·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employés, les objectifs et le tableau de bord · soumet les demandes de création · valide les modifications des employés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 son arrivée et son départ · soumet les demandes de modification de ses propres informations · reçoit ses notifications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validation : approbation du directeur puis exécution par l'admin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1492" y="1188720"/>
            <a:ext cx="5074713" cy="517550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41080" y="1572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641080" y="20482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1901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acteurs, treize cas d'utilisation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641080" y="25054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23591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cas inclut « S'authentifier » (include)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41080" y="29626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28163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: les 13 cas, sans exception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41080" y="34198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15400" y="32735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commercial : 5 cas, dont les employés en consultation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641080" y="38770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15400" y="37307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: 3 cas — pointage, demandes, notifications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grains homogènes — l'agence, puis le couple agence × gestionnaire — et peu de dimensions : l'étoile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DATAMART CHARGÉ PAR L'ETL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12280" y="23957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6600" y="22494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fait_agence / dim_agence — 7 indicateurs au grain de l'agence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12280" y="28529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27066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fait_objectif / dim_gestionnaire — production au grain agence × gestionnaire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12280" y="37124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SÉMANTIQUE POWER BI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12280" y="41330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39867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vues V_BI_* : production, effectifs, clients, présence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12280" y="45902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86600" y="44439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conformes AGENCE (SK_AGENCE) et B_UTILISATEURS (SK_UTILISATEUR)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50474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49011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et type de client : dimensions dégénérées portées par les vues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sur SK_AGENCE, puis regroupement sur SK_UTILISATEUR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CLIENT_BTK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99339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Démonstration de l'application web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66928" y="2816352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0906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présenté en direct 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et contrôle des rôles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6552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9584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réseau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529584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Agences, employés, clients et objectifs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99632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32904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3290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45936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45936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de présence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015984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49256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4925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162288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synthèse de l'application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rapports Power BI ont été présentés en images dans la partie précédente.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2026-09-01T17:04:22Z</dcterms:created>
  <dcterms:modified xsi:type="dcterms:W3CDTF">2026-09-01T17:04:22Z</dcterms:modified>
</cp:coreProperties>
</file>