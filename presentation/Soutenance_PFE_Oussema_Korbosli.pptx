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904" y="1170432"/>
            <a:ext cx="3985873" cy="5212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46520" y="17007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46520" y="22311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0840" y="20848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46520" y="26883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25420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46520" y="31455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29992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46520" y="36027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20840" y="34564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46520" y="405993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391363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classes du modèle métier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0" descr="/home/user/oussema_korbosli/rapport-latex/diagrams/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29522"/>
            <a:ext cx="7772400" cy="40390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549640" y="2066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920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classes groupées en 5 paquetages fonctionnels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49640" y="25237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23960" y="23774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Utilisateur » au centre du modèle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49640" y="29809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23960" y="28346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Rattachements par clés étrangères : SK_AGENCE, SK_GESTIONNAIRE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49640" y="34381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23960" y="32918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Demandes, pointage, journal, notifications : @ManyToOne vers Utilisateur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549640" y="38953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23960" y="37490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DemandeAgence ↔ Utilisateur : @ManyToMany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49640" y="435254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23960" y="420624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héritage ni composition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2026-09-02T19:56:33Z</dcterms:created>
  <dcterms:modified xsi:type="dcterms:W3CDTF">2026-09-02T19:56:33Z</dcterms:modified>
</cp:coreProperties>
</file>