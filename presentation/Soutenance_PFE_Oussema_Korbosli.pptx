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115568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   ·   Directeur commercial : 5 cas   ·   Utilisateur : 3 cas   ·   chaque cas inclut « S'authentifier »</a:t>
            </a:r>
            <a:endParaRPr lang="en-US" sz="1350" dirty="0"/>
          </a:p>
        </p:txBody>
      </p:sp>
      <p:pic>
        <p:nvPicPr>
          <p:cNvPr id="8" name="Image 0" descr="/home/user/oussema_korbosli/presentation/uc_global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342" y="1645920"/>
            <a:ext cx="9899411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2026-08-31T16:15:27Z</dcterms:created>
  <dcterms:modified xsi:type="dcterms:W3CDTF">2026-08-31T16:15:27Z</dcterms:modified>
</cp:coreProperties>
</file>