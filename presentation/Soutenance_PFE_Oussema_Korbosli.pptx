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904" y="1170432"/>
            <a:ext cx="3985873" cy="5212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46520" y="17007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46520" y="22311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20848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acteurs, treize cas d'utilisation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46520" y="26883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20840" y="25420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inclut « S'authentifier » (include)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46520" y="31455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20840" y="29992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cas, sans exception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46520" y="36027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20840" y="34564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commercial : 5 cas, dont les employés en consultation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46520" y="40599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39136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: 3 cas — pointage, demandes, notifications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classes du modèle métier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0" descr="/home/user/oussema_korbosli/rapport-latex/diagrams/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29522"/>
            <a:ext cx="7772400" cy="40390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49640" y="1572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49640" y="20665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23960" y="19202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classes groupées en 5 paquetages fonctionnels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49640" y="25237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23960" y="23774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Utilisateur » au centre du modèle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549640" y="29809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23960" y="28346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Rattachements par clés étrangères : SK_AGENCE, SK_GESTIONNAIRE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49640" y="34381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23960" y="32918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Demandes, pointage, journal, notifications : @ManyToOne vers Utilisateur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549640" y="38953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23960" y="37490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DemandeAgence ↔ Utilisateur : @ManyToMany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549640" y="43525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23960" y="42062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héritage ni composition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64792"/>
            <a:ext cx="585216" cy="58521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79270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632" y="1764792"/>
            <a:ext cx="585216" cy="58521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764792"/>
            <a:ext cx="585216" cy="58521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246120"/>
            <a:ext cx="585216" cy="58521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44652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3632" y="3246120"/>
            <a:ext cx="585216" cy="585216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4960" y="3246120"/>
            <a:ext cx="585216" cy="585216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6446520" y="16276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PILE APPLICATIVE</a:t>
            </a:r>
            <a:endParaRPr lang="en-US" sz="1050" dirty="0"/>
          </a:p>
        </p:txBody>
      </p:sp>
      <p:sp>
        <p:nvSpPr>
          <p:cNvPr id="32" name="Shape 22"/>
          <p:cNvSpPr/>
          <p:nvPr/>
        </p:nvSpPr>
        <p:spPr>
          <a:xfrm>
            <a:off x="6446520" y="210312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6720840" y="19568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et Jakarta EE 10, empaquetés par Maven</a:t>
            </a:r>
            <a:endParaRPr lang="en-US" sz="1250" dirty="0"/>
          </a:p>
        </p:txBody>
      </p:sp>
      <p:sp>
        <p:nvSpPr>
          <p:cNvPr id="34" name="Shape 24"/>
          <p:cNvSpPr/>
          <p:nvPr/>
        </p:nvSpPr>
        <p:spPr>
          <a:xfrm>
            <a:off x="6446520" y="256032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720840" y="24140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 pour la persistance, base Oracle</a:t>
            </a:r>
            <a:endParaRPr lang="en-US" sz="1250" dirty="0"/>
          </a:p>
        </p:txBody>
      </p:sp>
      <p:sp>
        <p:nvSpPr>
          <p:cNvPr id="36" name="Shape 26"/>
          <p:cNvSpPr/>
          <p:nvPr/>
        </p:nvSpPr>
        <p:spPr>
          <a:xfrm>
            <a:off x="6446520" y="301752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6720840" y="28712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sur WildFly, racine /gestion-agences</a:t>
            </a:r>
            <a:endParaRPr lang="en-US" sz="1250" dirty="0"/>
          </a:p>
        </p:txBody>
      </p:sp>
      <p:sp>
        <p:nvSpPr>
          <p:cNvPr id="38" name="Text 28"/>
          <p:cNvSpPr/>
          <p:nvPr/>
        </p:nvSpPr>
        <p:spPr>
          <a:xfrm>
            <a:off x="6446520" y="36027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</a:t>
            </a:r>
            <a:endParaRPr lang="en-US" sz="1050" dirty="0"/>
          </a:p>
        </p:txBody>
      </p:sp>
      <p:sp>
        <p:nvSpPr>
          <p:cNvPr id="39" name="Shape 29"/>
          <p:cNvSpPr/>
          <p:nvPr/>
        </p:nvSpPr>
        <p:spPr>
          <a:xfrm>
            <a:off x="644652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6720840" y="3931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 en Python (pandas)</a:t>
            </a:r>
            <a:endParaRPr lang="en-US" sz="1250" dirty="0"/>
          </a:p>
        </p:txBody>
      </p:sp>
      <p:sp>
        <p:nvSpPr>
          <p:cNvPr id="41" name="Shape 31"/>
          <p:cNvSpPr/>
          <p:nvPr/>
        </p:nvSpPr>
        <p:spPr>
          <a:xfrm>
            <a:off x="6446520" y="4535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6720840" y="43891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avec scikit-learn</a:t>
            </a:r>
            <a:endParaRPr lang="en-US" sz="1250" dirty="0"/>
          </a:p>
        </p:txBody>
      </p:sp>
      <p:sp>
        <p:nvSpPr>
          <p:cNvPr id="43" name="Shape 33"/>
          <p:cNvSpPr/>
          <p:nvPr/>
        </p:nvSpPr>
        <p:spPr>
          <a:xfrm>
            <a:off x="6446520" y="4992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6720840" y="48463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Power BI sur les vues V_BI_*</a:t>
            </a:r>
            <a:endParaRPr lang="en-US" sz="1250" dirty="0"/>
          </a:p>
        </p:txBody>
      </p:sp>
      <p:sp>
        <p:nvSpPr>
          <p:cNvPr id="45" name="Shape 35"/>
          <p:cNvSpPr/>
          <p:nvPr/>
        </p:nvSpPr>
        <p:spPr>
          <a:xfrm>
            <a:off x="566928" y="4901184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566928" y="4901184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Parcours de démonstration — les trois rôles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43230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circuit est suivi de bout en bout : on se connecte, on agit, et l'on voit la trace de l'action.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25296" y="312724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Connexion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54096" y="3145536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49808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Identifiants vérifiés, rôle chargé en session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51960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34840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10328" y="312724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39128" y="3145536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34840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Indicateurs, graphiques et actions requises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36992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19872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19872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595360" y="312724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Employés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424160" y="3145536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119872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d'un employé, filtre et liste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9808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25296" y="47000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054096" y="4718304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9808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et suppression d'une agence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51960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34840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3484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910328" y="47000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39128" y="4718304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434840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calculé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936992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19872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19872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595360" y="47000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0424160" y="4718304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8119872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Approbation d'une demande de modification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66928" y="614476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pages Power BI ont été présentées dans la partie précédente.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de l'administrateur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pic>
        <p:nvPicPr>
          <p:cNvPr id="7" name="Image 0" descr="/home/user/oussema_korbosli/presentation/captures/01-auth-adm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371" y="1188720"/>
            <a:ext cx="9291353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L'identifiant et le mot de passe sont vérifiés dans SECURITY_USERS ; le rôle est chargé en session et conditionne tout l'accès.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Ajout d'un employé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pic>
        <p:nvPicPr>
          <p:cNvPr id="7" name="Image 0" descr="/home/user/oussema_korbosli/presentation/captures/02-ajout-emplo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8443" y="1188720"/>
            <a:ext cx="9281210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L'administrateur crée l'employé et son compte de connexion, le rattache à son agence, et l'action est inscrite au journal d'audit.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 l'utilisateur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pic>
        <p:nvPicPr>
          <p:cNvPr id="7" name="Image 0" descr="/home/user/oussema_korbosli/presentation/captures/03-pointage-utilisate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8090" y="1188720"/>
            <a:ext cx="9321917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L'employé pointe son arrivée et son départ ; le statut est calculé par le serveur — au-delà de 9 h, c'est un retard.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demande arrive chez le directeur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pic>
        <p:nvPicPr>
          <p:cNvPr id="7" name="Image 0" descr="/home/user/oussema_korbosli/presentation/captures/04-demande-directe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3195" y="1188720"/>
            <a:ext cx="9311707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demande de modification passe en attente ; le directeur approuve ou refuse, mais la donnée n'est modifiée qu'après exécution par l'administrateur.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intégré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pic>
        <p:nvPicPr>
          <p:cNvPr id="7" name="Image 0" descr="/home/user/oussema_korbosli/presentation/captures/05-assist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557" y="1188720"/>
            <a:ext cx="9362983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assistant conversationnel répond aux questions sur les données de l'application, à partir des mêmes indicateurs que le tableau de bord.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2026-09-02T21:10:42Z</dcterms:created>
  <dcterms:modified xsi:type="dcterms:W3CDTF">2026-09-02T21:10:42Z</dcterms:modified>
</cp:coreProperties>
</file>