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classes du modèle métier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oussema_korbosli/rapport-latex/diagrams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29522"/>
            <a:ext cx="7772400" cy="40390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066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920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classes groupées en 5 paquetages fonctionnels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5237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23774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Utilisateur » au centre du modèle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49640" y="29809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23960" y="28346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Rattachements par clés étrangères : SK_AGENCE, SK_GESTIONNAIRE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381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32918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Demandes, pointage, journal, notifications : @ManyToOne vers Utilisateur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549640" y="38953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23960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DemandeAgence ↔ Utilisateur : @ManyToMany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49640" y="4352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23960" y="4206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héritage ni composition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 et arrondis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64792"/>
            <a:ext cx="585216" cy="58521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79270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1764792"/>
            <a:ext cx="585216" cy="58521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764792"/>
            <a:ext cx="585216" cy="58521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246120"/>
            <a:ext cx="585216" cy="58521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44652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3632" y="3246120"/>
            <a:ext cx="585216" cy="585216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4960" y="3246120"/>
            <a:ext cx="585216" cy="585216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6446520" y="16276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 APPLICATIVE</a:t>
            </a:r>
            <a:endParaRPr lang="en-US" sz="1050" dirty="0"/>
          </a:p>
        </p:txBody>
      </p:sp>
      <p:sp>
        <p:nvSpPr>
          <p:cNvPr id="32" name="Shape 22"/>
          <p:cNvSpPr/>
          <p:nvPr/>
        </p:nvSpPr>
        <p:spPr>
          <a:xfrm>
            <a:off x="6446520" y="21031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720840" y="19568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et Jakarta EE 10, empaquetés par Maven</a:t>
            </a:r>
            <a:endParaRPr lang="en-US" sz="1250" dirty="0"/>
          </a:p>
        </p:txBody>
      </p:sp>
      <p:sp>
        <p:nvSpPr>
          <p:cNvPr id="34" name="Shape 24"/>
          <p:cNvSpPr/>
          <p:nvPr/>
        </p:nvSpPr>
        <p:spPr>
          <a:xfrm>
            <a:off x="6446520" y="25603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720840" y="24140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pour la persistance, base Oracle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446520" y="30175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6720840" y="28712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sur WildFly, racine /gestion-agences</a:t>
            </a:r>
            <a:endParaRPr lang="en-US" sz="1250" dirty="0"/>
          </a:p>
        </p:txBody>
      </p:sp>
      <p:sp>
        <p:nvSpPr>
          <p:cNvPr id="38" name="Text 28"/>
          <p:cNvSpPr/>
          <p:nvPr/>
        </p:nvSpPr>
        <p:spPr>
          <a:xfrm>
            <a:off x="6446520" y="36027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</a:t>
            </a:r>
            <a:endParaRPr lang="en-US" sz="1050" dirty="0"/>
          </a:p>
        </p:txBody>
      </p:sp>
      <p:sp>
        <p:nvSpPr>
          <p:cNvPr id="39" name="Shape 29"/>
          <p:cNvSpPr/>
          <p:nvPr/>
        </p:nvSpPr>
        <p:spPr>
          <a:xfrm>
            <a:off x="644652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6720840" y="3931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 en Python (pandas)</a:t>
            </a:r>
            <a:endParaRPr lang="en-US" sz="1250" dirty="0"/>
          </a:p>
        </p:txBody>
      </p:sp>
      <p:sp>
        <p:nvSpPr>
          <p:cNvPr id="41" name="Shape 31"/>
          <p:cNvSpPr/>
          <p:nvPr/>
        </p:nvSpPr>
        <p:spPr>
          <a:xfrm>
            <a:off x="644652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6720840" y="43891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avec scikit-learn</a:t>
            </a:r>
            <a:endParaRPr lang="en-US" sz="1250" dirty="0"/>
          </a:p>
        </p:txBody>
      </p:sp>
      <p:sp>
        <p:nvSpPr>
          <p:cNvPr id="43" name="Shape 33"/>
          <p:cNvSpPr/>
          <p:nvPr/>
        </p:nvSpPr>
        <p:spPr>
          <a:xfrm>
            <a:off x="644652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6720840" y="48463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Power BI sur les vues V_BI_*</a:t>
            </a:r>
            <a:endParaRPr lang="en-US" sz="1250" dirty="0"/>
          </a:p>
        </p:txBody>
      </p:sp>
      <p:sp>
        <p:nvSpPr>
          <p:cNvPr id="45" name="Shape 35"/>
          <p:cNvSpPr/>
          <p:nvPr/>
        </p:nvSpPr>
        <p:spPr>
          <a:xfrm>
            <a:off x="566928" y="4901184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566928" y="4901184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Parcours de démonstration — les trois rôles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4323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circuit est suivi de bout en bout : on se connecte, on agit, et l'on voit la trace de l'action.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45536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49808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Identifiants vérifiés, rôle chargé en session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51960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10328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Ajout d'un employé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30568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34840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Employé, compte de connexion et rattachement à l'agence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36992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19872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9872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0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119872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calculé par le serveur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505456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88336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88336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63824" y="4700016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Demande à valider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84064" y="4718304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688336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 modification arrive dans sa file d'attente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73368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73368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4700016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intégré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69096" y="4718304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73368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en langage naturel sur les données de l'application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66928" y="614476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Chacune de ces cinq étapes est reprise sur la diapositive suivante, capture à l'appui.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de l'administrateur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pic>
        <p:nvPicPr>
          <p:cNvPr id="7" name="Image 0" descr="/home/user/oussema_korbosli/presentation/captures/01-auth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371" y="1188720"/>
            <a:ext cx="929135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L'identifiant et le mot de passe sont vérifiés dans SECURITY_USERS ; le rôle est chargé en session et conditionne tout l'accès.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Ajout d'un employé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pic>
        <p:nvPicPr>
          <p:cNvPr id="7" name="Image 0" descr="/home/user/oussema_korbosli/presentation/captures/02-ajout-emplo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8443" y="1188720"/>
            <a:ext cx="9281210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crée l'employé et son compte de connexion, le rattache à son agence, et l'action est inscrite au journal d'audit.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 l'utilisateur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pic>
        <p:nvPicPr>
          <p:cNvPr id="7" name="Image 0" descr="/home/user/oussema_korbosli/presentation/captures/03-pointage-utilisat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090" y="1188720"/>
            <a:ext cx="9321917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L'employé pointe son arrivée et son départ ; le statut est calculé par le serveur — au-delà de 9 h, c'est un retard.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demande arrive chez le directeur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pic>
        <p:nvPicPr>
          <p:cNvPr id="7" name="Image 0" descr="/home/user/oussema_korbosli/presentation/captures/04-demande-direct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195" y="1188720"/>
            <a:ext cx="9311707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 modification passe en attente ; le directeur approuve ou refuse, mais la donnée n'est modifiée qu'après exécution par l'administrateur.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intégré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pic>
        <p:nvPicPr>
          <p:cNvPr id="7" name="Image 0" descr="/home/user/oussema_korbosli/presentation/captures/05-assist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557" y="1188720"/>
            <a:ext cx="936298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assistant conversationnel répond aux questions sur les données de l'application, à partir des mêmes indicateurs que le tableau de bord.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2026-09-03T21:21:33Z</dcterms:created>
  <dcterms:modified xsi:type="dcterms:W3CDTF">2026-09-03T21:21:33Z</dcterms:modified>
</cp:coreProperties>
</file>