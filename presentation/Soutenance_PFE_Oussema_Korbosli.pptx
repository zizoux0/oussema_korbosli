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ELMOULA Melek Aziz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ABIDI Heni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ELMOULA Melek Aziz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Couvre les 13 cas d'utilisation : rôles et droits · agences, employés, clients · demandes · pointage · journal d'audit ·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employés, les objectifs et le tableau de bord · soumet les demandes de création · valide les modifications des employés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 son arrivée et son départ · soumet les demandes de modification de ses propres informations · reçoit ses notifications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validation : approbation du directeur puis exécution par l'admin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904" y="1170432"/>
            <a:ext cx="3985873" cy="5212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46520" y="17007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446520" y="22311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0840" y="20848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acteurs, treize cas d'utilisation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46520" y="26883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20840" y="25420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cas inclut « S'authentifier » (include)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46520" y="31455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20840" y="29992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: les 13 cas, sans exception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46520" y="36027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20840" y="34564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commercial : 5 cas, dont les employés en consultation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46520" y="40599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20840" y="39136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: 3 cas — pointage, demandes, notifications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classes du modèle métier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pic>
        <p:nvPicPr>
          <p:cNvPr id="7" name="Image 0" descr="/home/user/oussema_korbosli/rapport-latex/diagrams/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29522"/>
            <a:ext cx="7772400" cy="40390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49640" y="1572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49640" y="20665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23960" y="19202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classes groupées en 5 paquetages fonctionnels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49640" y="25237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23960" y="23774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Utilisateur » au centre du modèle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549640" y="29809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23960" y="28346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Rattachements par clés étrangères : SK_AGENCE, SK_GESTIONNAIRE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49640" y="34381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23960" y="32918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Demandes, pointage, journal, notifications : @ManyToOne vers Utilisateur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549640" y="38953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23960" y="37490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DemandeAgence ↔ Utilisateur : @ManyToMany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549640" y="43525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23960" y="42062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héritage ni composition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grains homogènes — l'agence, puis le couple agence × gestionnaire — et peu de dimensions : l'étoile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DATAMART CHARGÉ PAR L'ETL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12280" y="23957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6600" y="22494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fait_agence / dim_agence — 7 indicateurs au grain de l'agence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12280" y="28529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27066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fait_objectif / dim_gestionnaire — production au grain agence × gestionnaire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12280" y="37124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SÉMANTIQUE POWER BI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12280" y="41330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39867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vues V_BI_* : production, effectifs, clients, présence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12280" y="45902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86600" y="44439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conformes AGENCE (SK_AGENCE) et B_UTILISATEURS (SK_UTILISATEUR)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50474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49011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et type de client : dimensions dégénérées portées par les vues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sur SK_AGENCE, puis regroupement sur SK_UTILISATEUR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CLIENT_BTK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Parcours de démonstration — les trois rôles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43230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circuit est suivi de bout en bout : on se connecte, on agit, et l'on voit la trace de l'action.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25296" y="312724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Connexion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54096" y="3145536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49808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Identifiants vérifiés, rôle chargé en session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51960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34840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10328" y="312724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39128" y="3145536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34840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Indicateurs, graphiques et actions requises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936992" y="2962656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19872" y="3145536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19872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595360" y="312724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Employés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424160" y="3145536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119872" y="358444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 d'un employé, filtre et liste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4535424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9808" y="4718304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25296" y="47000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054096" y="4718304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9808" y="51572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et suppression d'une agence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51960" y="4535424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34840" y="4718304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3484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910328" y="47000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39128" y="4718304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434840" y="51572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calculé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936992" y="4535424"/>
            <a:ext cx="3502152" cy="1389888"/>
          </a:xfrm>
          <a:prstGeom prst="roundRect">
            <a:avLst>
              <a:gd name="adj" fmla="val 5263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19872" y="4718304"/>
            <a:ext cx="384048" cy="384048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19872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595360" y="47000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0424160" y="4718304"/>
            <a:ext cx="868680" cy="274320"/>
          </a:xfrm>
          <a:prstGeom prst="rect">
            <a:avLst>
              <a:gd name="adj" fmla="val 13333"/>
            </a:avLst>
          </a:prstGeom>
          <a:solidFill>
            <a:srgbClr val="3C6F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8119872" y="51572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Approbation d'une demande de modification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66928" y="614476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quatre pages Power BI ont été présentées dans la partie précédente.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2026-09-02T20:38:58Z</dcterms:created>
  <dcterms:modified xsi:type="dcterms:W3CDTF">2026-09-02T20:38:58Z</dcterms:modified>
</cp:coreProperties>
</file>