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6312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9392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9392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52544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35624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35624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8776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91856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65008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4808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4808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92124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3703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1696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0233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6268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4805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50840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49377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37960" y="3950208"/>
            <a:ext cx="5120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4114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leurs sept indicateurs,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Standardisation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Centrage-réduction des 7 variables (StandardScaler)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du coude et score de silhouette → k = 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silhouette 0,736 · Davies-Bouldin 0,350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50269"/>
            <a:ext cx="5212080" cy="374618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Grandes agences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et production élevés · présence 0,98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ambitieux, agences de référence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moyennes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intermédiaire · présence 0,94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potentiel : équipement et collecte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Petites agences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et activité réduits · présence 0,87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Accompagnement ciblé et suivi de l'assiduité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allouer les ressources selon la taille, différencier les objectifs et accompagner les agences les plus fragiles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5146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en direct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· tableau de bord embarqué · rapport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2026-08-26T21:56:25Z</dcterms:created>
  <dcterms:modified xsi:type="dcterms:W3CDTF">2026-08-26T21:56:25Z</dcterms:modified>
</cp:coreProperties>
</file>